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우리 챗봇</c:v>
                </c:pt>
              </c:strCache>
            </c:strRef>
          </c:tx>
          <c:spPr>
            <a:solidFill>
              <a:srgbClr val="1F5FAE"/>
            </a:solidFill>
          </c:spPr>
          <c:cat>
            <c:strRef>
              <c:f>Sheet1!$A$2:$A$6</c:f>
              <c:strCache>
                <c:ptCount val="5"/>
                <c:pt idx="0">
                  <c:v>옛 import 없음</c:v>
                </c:pt>
                <c:pt idx="1">
                  <c:v>import 실제 존재</c:v>
                </c:pt>
                <c:pt idx="2">
                  <c:v>정답 import 포함</c:v>
                </c:pt>
                <c:pt idx="3">
                  <c:v>실행 기준 통과</c:v>
                </c:pt>
                <c:pt idx="4">
                  <c:v>공통 기준 통과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</c:v>
                </c:pt>
                <c:pt idx="1">
                  <c:v>0.9</c:v>
                </c:pt>
                <c:pt idx="2">
                  <c:v>0.6</c:v>
                </c:pt>
                <c:pt idx="3">
                  <c:v>0.87</c:v>
                </c:pt>
                <c:pt idx="4">
                  <c:v>0.57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일반 LLM</c:v>
                </c:pt>
              </c:strCache>
            </c:strRef>
          </c:tx>
          <c:spPr>
            <a:solidFill>
              <a:srgbClr val="B9BFC9"/>
            </a:solidFill>
          </c:spPr>
          <c:cat>
            <c:strRef>
              <c:f>Sheet1!$A$2:$A$6</c:f>
              <c:strCache>
                <c:ptCount val="5"/>
                <c:pt idx="0">
                  <c:v>옛 import 없음</c:v>
                </c:pt>
                <c:pt idx="1">
                  <c:v>import 실제 존재</c:v>
                </c:pt>
                <c:pt idx="2">
                  <c:v>정답 import 포함</c:v>
                </c:pt>
                <c:pt idx="3">
                  <c:v>실행 기준 통과</c:v>
                </c:pt>
                <c:pt idx="4">
                  <c:v>공통 기준 통과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0.03</c:v>
                </c:pt>
                <c:pt idx="1">
                  <c:v>0.03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200">
          <a:latin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검증 통과 (누적)</c:v>
                </c:pt>
              </c:strCache>
            </c:strRef>
          </c:tx>
          <c:spPr>
            <a:solidFill>
              <a:srgbClr val="1F5FAE"/>
            </a:solidFill>
          </c:spPr>
          <c:cat>
            <c:strRef>
              <c:f>Sheet1!$A$2:$A$4</c:f>
              <c:strCache>
                <c:ptCount val="3"/>
                <c:pt idx="0">
                  <c:v>1회차까지</c:v>
                </c:pt>
                <c:pt idx="1">
                  <c:v>2회차까지</c:v>
                </c:pt>
                <c:pt idx="2">
                  <c:v>3회차까지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0.43</c:v>
                </c:pt>
                <c:pt idx="1">
                  <c:v>0.53</c:v>
                </c:pt>
                <c:pt idx="2">
                  <c:v>0.53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~ 0:30]  화면: 표지</a:t>
            </a:r>
          </a:p>
          <a:p>
            <a:r>
              <a:t>훅: LLM이 준 코드, 그대로 믿어도 될까요?</a:t>
            </a:r>
          </a:p>
          <a:p/>
          <a:p>
            <a:r>
              <a:t>안녕하세요, 4팀 발표를 맡은 [이름]입니다.</a:t>
            </a:r>
          </a:p>
          <a:p>
            <a:r>
              <a:t>저희는 옛 버전 LangChain 코드를 넣으면, 원하는 버전에서 돌아가는 코드로 고쳐 주고 정말 맞는지 검사까지 하는 챗봇을 만들었습니다.</a:t>
            </a:r>
          </a:p>
          <a:p>
            <a:r>
              <a:t>오늘 핵심 단어는 두 개, 근거와 검증입니다.</a:t>
            </a:r>
          </a:p>
          <a:p/>
          <a:p>
            <a:r>
              <a:t>→ 넘기는 말: 먼저 순서를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~ 0:50]  화면: 목차</a:t>
            </a:r>
          </a:p>
          <a:p>
            <a:r>
              <a:t>훅: 네 부분으로 말씀드리겠습니다.</a:t>
            </a:r>
          </a:p>
          <a:p/>
          <a:p>
            <a:r>
              <a:t>어떤 문제를 풀었는지, 팀이 무엇을 만들었는지, 어떻게 평가했고 결과가 어땠는지, 마지막으로 만들면서 배운 것입니다.</a:t>
            </a:r>
          </a:p>
          <a:p/>
          <a:p>
            <a:r>
              <a:t>→ 넘기는 말: 먼저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 ~ 1:40]  화면: 에러 코드</a:t>
            </a:r>
          </a:p>
          <a:p>
            <a:r>
              <a:t>훅: 첫 줄부터 에러입니다.</a:t>
            </a:r>
          </a:p>
          <a:p/>
          <a:p>
            <a:r>
              <a:t>ChatGPT에게 LangChain 코드를 부탁하면 이런 코드를 줍니다.</a:t>
            </a:r>
          </a:p>
          <a:p>
            <a:r>
              <a:t>최신 LangChain에서 실행하면 첫 줄 import부터 에러가 납니다.</a:t>
            </a:r>
          </a:p>
          <a:p>
            <a:r>
              <a:t>1.0에서 패키지가 나뉘고, LLMChain 같은 옛 체인이 빠졌기 때문입니다.</a:t>
            </a:r>
          </a:p>
          <a:p>
            <a:r>
              <a:t>더 큰 문제는 LLM이 이 답이 틀렸다는 걸 모른다는 점입니다.</a:t>
            </a:r>
          </a:p>
          <a:p/>
          <a:p>
            <a:r>
              <a:t>→ 넘기는 말: 왜 이런 일이 생길까요?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[1:40 ~ 2:30]  화면: 숫자 세 개</a:t>
            </a:r>
          </a:p>
          <a:p>
            <a:r>
              <a:t>훅: 문서를 줘도 66%입니다.</a:t>
            </a:r>
          </a:p>
          <a:p/>
          <a:p>
            <a:r>
              <a:t>인터넷 코드는 대부분 옛 버전이라, LLM은 옛 방식을 답합니다. 이걸 버전 지체 환각이라고 부릅니다.</a:t>
            </a:r>
          </a:p>
          <a:p>
            <a:r>
              <a:t>연구에서도 문서가 부족하면 42%, 구조화된 문서를 줘도 66%만 목표 버전에서 실행됐습니다.</a:t>
            </a:r>
          </a:p>
          <a:p>
            <a:r>
              <a:t>문서를 주는 것만으로는 부족하고, 고친 코드를 확인하는 단계가 필요하다는 뜻입니다.</a:t>
            </a:r>
          </a:p>
          <a:p/>
          <a:p>
            <a:r>
              <a:t>→ 넘기는 말: 그래서 저희는 두 가지를 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 ~ 3:20]  화면: 비교 표</a:t>
            </a:r>
          </a:p>
          <a:p>
            <a:r>
              <a:t>훅: 근거로 고치고, 검사로 한 번 더 확인합니다.</a:t>
            </a:r>
          </a:p>
          <a:p/>
          <a:p>
            <a:r>
              <a:t>첫째, 기억이 아니라 대응표와 최신 공식 문서를 근거로 고칩니다.</a:t>
            </a:r>
          </a:p>
          <a:p>
            <a:r>
              <a:t>둘째, 고친 코드를 LLM 없이 11가지로 검사하고, 틀리면 이유를 들고 다시 고칩니다. 최대 세 번입니다.</a:t>
            </a:r>
          </a:p>
          <a:p>
            <a:r>
              <a:t>버전도 사용자가 질문에 적은 대로 맞춥니다. '0.2로 되돌려 줘'라고 하면 0.2로, 적지 않으면 최신으로 바꿉니다.</a:t>
            </a:r>
          </a:p>
          <a:p/>
          <a:p>
            <a:r>
              <a:t>→ 넘기는 말: 이제 팀이 무엇을 만들었는지 보겠습니다. 먼저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[3:20 ~ 4:10]  화면: 데이터 숫자</a:t>
            </a:r>
          </a:p>
          <a:p>
            <a:r>
              <a:t>훅: 근거 9,155줄을 미리 만들어 두었습니다.</a:t>
            </a:r>
          </a:p>
          <a:p/>
          <a:p>
            <a:r>
              <a:t>2번이 만든 근거입니다. 옛 import 경로를 새 경로로 잇는 대응표가 9,155줄, 옛 메서드를 잇는 대응표가 42개입니다.</a:t>
            </a:r>
          </a:p>
          <a:p>
            <a:r>
              <a:t>공식 문서 295개를 11,945개 조각으로 나눠 검색할 수 있게 했고, 버전마다 실제로 있는 기능 목록도 42개 만들었습니다.</a:t>
            </a:r>
          </a:p>
          <a:p>
            <a:r>
              <a:t>그래서 최신으로 올리는 것뿐 아니라 옛 버전으로 되돌릴 때도 근거를 찾을 수 있습니다.</a:t>
            </a:r>
          </a:p>
          <a:p/>
          <a:p>
            <a:r>
              <a:t>→ 넘기는 말: 이 근거를 어떻게 쓰는지, 흐름을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[4:10 ~ 5:20]  화면: 흐름 그림</a:t>
            </a:r>
          </a:p>
          <a:p>
            <a:r>
              <a:t>훅: 검사에 실패하면, 이유를 들고 다시 찾습니다.</a:t>
            </a:r>
          </a:p>
          <a:p/>
          <a:p>
            <a:r>
              <a:t>질문이 들어오면 1번이 만든 최상위 그래프가 먼저 질문을 분류합니다. 코드 변환, LangChain 질문, 일반 질문 세 갈래입니다.</a:t>
            </a:r>
          </a:p>
          <a:p>
            <a:r>
              <a:t>코드 변환이면 네 단계를 거칩니다. 바꿀 부분을 찾고, 근거를 찾고, 근거로 고치고, 검사합니다.</a:t>
            </a:r>
          </a:p>
          <a:p>
            <a:r>
              <a:t>검사에 실패하면 실패 이유를 들고 다시 근거를 찾습니다. 최대 세 번입니다.</a:t>
            </a:r>
          </a:p>
          <a:p>
            <a:r>
              <a:t>LangChain 질문은 같은 문서를 검색해서 답하고, 일반 질문은 바로 답합니다.</a:t>
            </a:r>
          </a:p>
          <a:p/>
          <a:p>
            <a:r>
              <a:t>→ 넘기는 말: 핵심인 검사를 조금 더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[5:20 ~ 6:10]  화면: 검사 11가지</a:t>
            </a:r>
          </a:p>
          <a:p>
            <a:r>
              <a:t>훅: 검사에는 LLM을 쓰지 않습니다.</a:t>
            </a:r>
          </a:p>
          <a:p/>
          <a:p>
            <a:r>
              <a:t>3번이 만든 검사는 11가지인데, LLM을 쓰지 않습니다. 검사하는 LLM도 같은 옛 지식을 갖고 있기 때문입니다.</a:t>
            </a:r>
          </a:p>
          <a:p>
            <a:r>
              <a:t>새 경로가 정말 있는지, 근거 없이 바뀐 줄은 없는지, 결과 모양을 잃지 않았는지를 코드로 확인합니다.</a:t>
            </a:r>
          </a:p>
          <a:p>
            <a:r>
              <a:t>근거 없이 바뀐 줄은 곧 환각이라서, 바로 걸러 냅니다.</a:t>
            </a:r>
          </a:p>
          <a:p/>
          <a:p>
            <a:r>
              <a:t>→ 넘기는 말: 이 결과를 사용자는 어떻게 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[6:10 ~ 7:10]  화면: 화면</a:t>
            </a:r>
          </a:p>
          <a:p>
            <a:r>
              <a:t>훅: 기다리는 동안 무엇을 하는지 보입니다.</a:t>
            </a:r>
          </a:p>
          <a:p/>
          <a:p>
            <a:r>
              <a:t>제가 맡은 화면입니다. 코드를 넣고 말로 부탁하면 됩니다.</a:t>
            </a:r>
          </a:p>
          <a:p>
            <a:r>
              <a:t>기다리는 동안 지금 어느 단계인지, 어떤 근거를 찾았고 어느 줄을 고쳤는지, 검사에서 떨어져 다시 고치는 중인지가 실시간으로 보이고, 끝나면 그 과정이 답 위에 남습니다.</a:t>
            </a:r>
          </a:p>
          <a:p>
            <a:r>
              <a:t>결과가 나오면 지운 줄은 빨강, 새 줄은 초록으로 보이고, 변경 사항, 근거, 11가지 검사 결과를 탭으로 볼 수 있습니다.</a:t>
            </a:r>
          </a:p>
          <a:p>
            <a:r>
              <a:t>바뀐 코드와 변경 리포트는 파일로 내려받을 수 있고, 실패하면 버튼 하나로 다시 시도할 수 있습니다.</a:t>
            </a:r>
          </a:p>
          <a:p>
            <a:r>
              <a:t>같은 대화 안에서는 앞에서 한 말을 기억해서, 이어서 물어봐도 맥락을 이어 갑니다.</a:t>
            </a:r>
          </a:p>
          <a:p/>
          <a:p>
            <a:r>
              <a:t>→ 넘기는 말: 대화는 어디에 남을까요?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[7:10 ~ 7:50]  화면: ERD</a:t>
            </a:r>
          </a:p>
          <a:p>
            <a:r>
              <a:t>훅: 대화는 TiDB에 남습니다.</a:t>
            </a:r>
          </a:p>
          <a:p/>
          <a:p>
            <a:r>
              <a:t>팀에서 정한 대로 테이블은 두 개입니다. 사용자, 그리고 질문과 답 한 쌍이 한 행인 대화 기록입니다.</a:t>
            </a:r>
          </a:p>
          <a:p>
            <a:r>
              <a:t>새 대화를 누르면 세션이 새로 생기고, 가입할 때 아이디 중복을 검사합니다.</a:t>
            </a:r>
          </a:p>
          <a:p>
            <a:r>
              <a:t>DB에 연결할 수 없어도 화면은 멈추지 않고 로컬에 저장하면서 이유를 알려 줍니다.</a:t>
            </a:r>
          </a:p>
          <a:p/>
          <a:p>
            <a:r>
              <a:t>→ 넘기는 말: 이제 어떻게 평가했는지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[7:50 ~ 8:40]  화면: 실험 설계</a:t>
            </a:r>
          </a:p>
          <a:p>
            <a:r>
              <a:t>훅: 같은 질문 30개, 같은 조건으로 비교합니다.</a:t>
            </a:r>
          </a:p>
          <a:p/>
          <a:p>
            <a:r>
              <a:t>실제 사용자처럼 요청 문장과 옛 코드로 질문 30개를 만들었습니다. 열 가지 유형을 세 개씩 담았습니다.</a:t>
            </a:r>
          </a:p>
          <a:p>
            <a:r>
              <a:t>모두 최신 버전에서 실제로 깨지는 코드인지 미리 확인했습니다.</a:t>
            </a:r>
          </a:p>
          <a:p>
            <a:r>
              <a:t>일반 LLM과 같은 gpt-4o-mini 모델, 같은 질문으로 비교했습니다. 채점은 사람이나 LLM이 아니라 코드로 했습니다.</a:t>
            </a:r>
          </a:p>
          <a:p>
            <a:r>
              <a:t>옛 import가 남았는지, 새 import가 1.x에 진짜 있는지, 결과값이 그대로인지 등 공통 기준 여덟 가지를 두 답에 똑같이 적용했습니다.</a:t>
            </a:r>
          </a:p>
          <a:p/>
          <a:p>
            <a:r>
              <a:t>→ 넘기는 말: 실제로 돌려 본 결과부터 보여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[8:40 ~ 9:40]  화면: 실제 실행 (10-14)</a:t>
            </a:r>
          </a:p>
          <a:p>
            <a:r>
              <a:t>훅: 처음 두 번은 떨어지고, 세 번째에 통과했습니다.</a:t>
            </a:r>
          </a:p>
          <a:p/>
          <a:p>
            <a:r>
              <a:t>왼쪽은 예전 방식의 LLMChain 코드입니다. 오른쪽처럼 최신 방식으로 바뀌었습니다.</a:t>
            </a:r>
          </a:p>
          <a:p>
            <a:r>
              <a:t>처음 두 번은 검사에 걸렸고, 실패 이유를 들고 다시 고쳐서 세 번째에 통과했습니다.</a:t>
            </a:r>
          </a:p>
          <a:p>
            <a:r>
              <a:t>바뀐 여섯 줄 모두 근거가 붙었습니다.</a:t>
            </a:r>
          </a:p>
          <a:p/>
          <a:p>
            <a:r>
              <a:t>→ 넘기는 말: 오늘 아침에는 화면 전체를 최상위 그래프에 연결했습니다.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[9:40 ~ 10:40]  화면: 세 갈래 연결 (10-15)</a:t>
            </a:r>
          </a:p>
          <a:p>
            <a:r>
              <a:t>훅: 질문 하나로, 알아서 세 갈래로 답합니다.</a:t>
            </a:r>
          </a:p>
          <a:p/>
          <a:p>
            <a:r>
              <a:t>인사를 하면 2초 만에 일반 답을, LangChain 변화를 물으면 문서를 찾아 12초 만에 답합니다.</a:t>
            </a:r>
          </a:p>
          <a:p>
            <a:r>
              <a:t>코드를 주고 최신으로 바꿔 달라고 하면, 질문에서 목표 버전 1.4.5를 읽어 16초 만에 한 번에 통과했습니다.</a:t>
            </a:r>
          </a:p>
          <a:p>
            <a:r>
              <a:t>되돌리기 요청도 목표 버전은 정확히 읽었지만, 아직 검사를 통과하지 못하는 경우가 있습니다. 이 부분은 뒤에서 말씀드리겠습니다.</a:t>
            </a:r>
          </a:p>
          <a:p/>
          <a:p>
            <a:r>
              <a:t>→ 넘기는 말: 그럼 일반 LLM보다 얼마나 나을까요?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[10:40 ~ 11:20]  화면: 결과 숫자 · 막대그래프</a:t>
            </a:r>
          </a:p>
          <a:p>
            <a:r>
              <a:t>훅: 같은 모델인데, 57% 대 0%입니다.</a:t>
            </a:r>
          </a:p>
          <a:p/>
          <a:p>
            <a:r>
              <a:t>1.x로 올리는 질문 30개에서, 공통 기준 여덟 가지를 모두 통과한 답은 저희 챗봇 57%, 일반 LLM 0%였습니다. (1초 쉬기)</a:t>
            </a:r>
          </a:p>
          <a:p>
            <a:r>
              <a:t>일반 LLM은 30개 중 29개에서 옛 import를 그대로 두고, '1.x에 맞게 수정했다'고 답했습니다. 앞에서 말씀드린 버전 지체 환각이 저희 실험에서도 그대로 나왔습니다.</a:t>
            </a:r>
          </a:p>
          <a:p>
            <a:r>
              <a:t>정답 import 항목을 빼고 '실행은 되는 코드인가'만 보면 87% 대 0%입니다. 모델을 바꾼 게 아니라, 근거와 검사를 붙인 차이입니다.</a:t>
            </a:r>
          </a:p>
          <a:p/>
          <a:p>
            <a:r>
              <a:t>→ 넘기는 말: 다시 고치는 과정은 얼마나 효과가 있었을까요?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[11:20 ~ 11:50]  화면: 재시도 효과 · 세로 막대</a:t>
            </a:r>
          </a:p>
          <a:p>
            <a:r>
              <a:t>훅: 다시 고쳐서 10%p, 그리고 실패는 숨기지 않습니다.</a:t>
            </a:r>
          </a:p>
          <a:p/>
          <a:p>
            <a:r>
              <a:t>첫 시도에서 검사를 통과한 건 43%, 실패 이유를 들고 다시 고치면 53%까지 올라갔습니다.</a:t>
            </a:r>
          </a:p>
          <a:p>
            <a:r>
              <a:t>통과하지 못한 답은 화면에 '검증 실패'와 이유를 그대로 보여 줍니다. 일반 LLM은 틀려도 항상 '수정했다'고 말합니다.</a:t>
            </a:r>
          </a:p>
          <a:p>
            <a:r>
              <a:t>바뀐 줄의 93%에는 근거가 붙어 있어서, 사용자가 직접 확인할 수 있습니다.</a:t>
            </a:r>
          </a:p>
          <a:p/>
          <a:p>
            <a:r>
              <a:t>→ 넘기는 말: 실험은 약점도 정확히 보여 줬습니다.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[11:50 ~ 12:50]  화면: 약점 네 가지</a:t>
            </a:r>
          </a:p>
          <a:p>
            <a:r>
              <a:t>훅: 약점도 숫자로 찾았고, 고칠 곳도 정했습니다.</a:t>
            </a:r>
          </a:p>
          <a:p/>
          <a:p>
            <a:r>
              <a:t>첫째, 고쳐 달라면서 에러 이유도 같이 물으면 설명만 하고 끝나는 경우가 30개 중 6개였습니다. 분류 규칙을 보강하면 됩니다.</a:t>
            </a:r>
          </a:p>
          <a:p>
            <a:r>
              <a:t>둘째, 실패 원인 1위는 기록 없이 줄을 바꾸는 환각이었습니다. 다만 검사기가 이걸 막아서, 환각이 '통과'로 나간 적은 없습니다.</a:t>
            </a:r>
          </a:p>
          <a:p>
            <a:r>
              <a:t>셋째, 검사기가 놓친 경우도 찾았습니다. 결과를 ['text']로 잘못 꺼내는 코드는 평가 직후 3번이 바로 고쳤습니다. 옛 버전으로 되돌릴 때도 1.x 기준으로 검사하는 부분은 남아 있습니다. 버전별 도구 목록은 이미 있어서 연결만 하면 됩니다.</a:t>
            </a:r>
          </a:p>
          <a:p>
            <a:r>
              <a:t>넷째, 최신 방식 대신 옛 창고(classic)로 우회한 답이 세 개 있었습니다.</a:t>
            </a:r>
          </a:p>
          <a:p/>
          <a:p>
            <a:r>
              <a:t>→ 넘기는 말: 그래서 저희가 정한 규칙으로 스스로도 채점해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[12:50 ~ 13:40]  화면: 자체 평가 표</a:t>
            </a:r>
          </a:p>
          <a:p>
            <a:r>
              <a:t>훅: 자체 평가 83점, 약한 곳부터 고칩니다.</a:t>
            </a:r>
          </a:p>
          <a:p/>
          <a:p>
            <a:r>
              <a:t>팀이 프롬프트와 코드에 적어 둔 규칙 21가지를 실제 실행 기록으로 점검했고, 100점 만점에 83점이 나왔습니다.</a:t>
            </a:r>
          </a:p>
          <a:p>
            <a:r>
              <a:t>분석, 근거 검색, 답변 규칙, 안정성은 목표를 넘었습니다. 근거 검색은 대응표에 있는 옛 import를 99% 찾아왔습니다.</a:t>
            </a:r>
          </a:p>
          <a:p>
            <a:r>
              <a:t>약한 곳은 질문 분류, 환각, 검증 루프입니다. 고칠 순서도 정했습니다. 분류 규칙, 없던 줄 금지와 틀린 근거 빼기, 목표 버전별 검사 순입니다.</a:t>
            </a:r>
          </a:p>
          <a:p>
            <a:r>
              <a:t>한계도 있습니다. 질문마다 한 번씩 돌렸고, 코드를 실제로 실행하지는 않았습니다.</a:t>
            </a:r>
          </a:p>
          <a:p/>
          <a:p>
            <a:r>
              <a:t>→ 넘기는 말: 마지막으로 정리하겠습니다.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[13:40 ~ 14:20]  화면: 가치</a:t>
            </a:r>
          </a:p>
          <a:p>
            <a:r>
              <a:t>훅: 라이브러리가 바뀔 때마다, 근거와 함께 확인된 코드.</a:t>
            </a:r>
          </a:p>
          <a:p/>
          <a:p>
            <a:r>
              <a:t>에러를 하나씩 검색하는 대신, 근거가 붙은 답을 바로 확인할 수 있습니다.</a:t>
            </a:r>
          </a:p>
          <a:p>
            <a:r>
              <a:t>같은 모델로 0%였던 것을 57%로 올렸고, 실패하면 실패라고 알려 줍니다. 그래서 믿고 쓸 수 있습니다.</a:t>
            </a:r>
          </a:p>
          <a:p>
            <a:r>
              <a:t>대응표와 문서, 검사 기준만 바꾸면 다른 라이브러리에도 적용할 수 있습니다.</a:t>
            </a:r>
          </a:p>
          <a:p/>
          <a:p>
            <a:r>
              <a:t>→ 넘기는 말: 함께 만든 팀을 소개하겠습니다.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[14:20 ~ 15:00]  화면: 팀 · 감사</a:t>
            </a:r>
          </a:p>
          <a:p>
            <a:r>
              <a:t>훅: 감사합니다. 질문 받겠습니다.</a:t>
            </a:r>
          </a:p>
          <a:p/>
          <a:p>
            <a:r>
              <a:t>1번이 그래프와 질문 분류, 2번이 데이터와 검색, 3번이 변환과 검사, 4번인 제가 화면과 DB, 평가를 맡았습니다.</a:t>
            </a:r>
          </a:p>
          <a:p>
            <a:r>
              <a:t>각자 막혔던 곳도 있었습니다. 노드끼리 주고받는 형식과 분기 이름을 맞추고, 133MB 벡터 DB를 클라우드로 옮기고, 검사기가 속지 않게 규칙을 늘리고, 배포 키 문제와 공정한 채점을 풀었습니다. 전체 기록은 최종 보고서에 정리했습니다.</a:t>
            </a:r>
          </a:p>
          <a:p>
            <a:r>
              <a:t>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[질문 시]  화면: 부록 1 · 파이프라인</a:t>
            </a:r>
          </a:p>
          <a:p>
            <a:r>
              <a:t>훅: (설계 질문이 나오면) 파이프라인을 한 장으로 보여 드리겠습니다.</a:t>
            </a:r>
          </a:p>
          <a:p/>
          <a:p>
            <a:r>
              <a:t>위는 미리 한 번 만드는 근거입니다. 패키지 코드와 공식 변환 규칙으로 대응표 9,155줄, 문서 295개를 11,945개 조각으로 나눠 Chroma Cloud에 넣었습니다.</a:t>
            </a:r>
          </a:p>
          <a:p>
            <a:r>
              <a:t>아래는 질문 하나가 지나가는 길입니다. 분류, 바꿀 부분 찾기, 근거 검색, 근거를 붙여 다시 쓰기, 그리고 LLM 없는 검사입니다.</a:t>
            </a:r>
          </a:p>
          <a:p>
            <a:r>
              <a:t>검색은 대응표 정확 매칭을 먼저 하고, 못 찾으면 BM25와 벡터 검색을 합칩니다. 모든 단계는 State 하나로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[질문 시]  화면: 부록 2 · 파일 구조</a:t>
            </a:r>
          </a:p>
          <a:p>
            <a:r>
              <a:t>훅: (코드 위치 질문이 나오면) 파일은 역할별로 나뉘어 있습니다.</a:t>
            </a:r>
          </a:p>
          <a:p/>
          <a:p>
            <a:r>
              <a:t>그래프는 src/graph, 검색과 데이터는 src/rag와 data, 검사는 verifier_node, 화면은 streamlit_app.py와 src/ui, 평가는 eval 폴더입니다.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[질문 시]  화면: 부록 3 · 트러블슈팅</a:t>
            </a:r>
          </a:p>
          <a:p>
            <a:r>
              <a:t>훅: (어려웠던 점 질문이 나오면) 역할별로 막혔던 것과 푼 방법입니다.</a:t>
            </a:r>
          </a:p>
          <a:p/>
          <a:p>
            <a:r>
              <a:t>가장 컸던 건 노드끼리 형식이 달라 전체 실행이 안 되던 문제였고, State와 분기 이름을 통일해 풀었습니다.</a:t>
            </a:r>
          </a:p>
          <a:p>
            <a:r>
              <a:t>검사기는 LLM이 옛 근거 ID를 복사하는 걸 막기 위해 '이번에 보여 준 근거만' 인정하도록 바꿨습니다.</a:t>
            </a:r>
          </a:p>
          <a:p>
            <a:r>
              <a:t>배포에서는 키를 읽는 순서 때문에 그래프가 연결되지 않았는데, 키를 먼저 읽고 실패는 기억하지 않게 고쳤습니다.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SKN35 · LLM 연동 내외부 문서 기반 질의응답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0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LangChain 버전</a:t>
            </a:r>
          </a:p>
          <a:p>
            <a:pPr algn="l">
              <a:lnSpc>
                <a:spcPct val="110000"/>
              </a:lnSpc>
            </a:pPr>
            <a:r>
              <a:rPr sz="50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마이그레이션 코드 어시스턴트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3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Langration · 옛 버전 코드를 원하는 버전에서 돌아가는 코드로, 근거와 검증까지 함께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SKN35 3rd 4Team · 발표 [이름] · 2026-10-15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15분 동안 이 순서로 말씀드리겠습니다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03911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00253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문제와 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93976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LLM은 옛 코드를 주고 틀려도 모른다 → 근거 + 검사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98648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02666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만든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18104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데이터 · 그래프 · 검증 11가지 · 화면 · 대화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22776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408736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050791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평가와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142232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질문 30개 비교 설계 · 실제 실행 사례 · 결과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46904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511149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749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배운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16636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발견 · 한계 · 가치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ChatGPT가 준 LangChain 코드, 실행하면 깨집니다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6035040" cy="283464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A0B3"/>
                </a:solidFill>
                <a:latin typeface="Consolas"/>
                <a:ea typeface="Consolas"/>
                <a:cs typeface="Consolas"/>
              </a:rPr>
              <a:t># LLM이 흔히 주는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langchain.chat_models import ChatOpenAI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langchain.chains import LLMChain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3246120"/>
            <a:ext cx="5486400" cy="0"/>
          </a:xfrm>
          <a:prstGeom prst="line">
            <a:avLst/>
          </a:prstGeom>
          <a:ln w="9525">
            <a:solidFill>
              <a:srgbClr val="344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3429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A0B3"/>
                </a:solidFill>
                <a:latin typeface="Consolas"/>
                <a:ea typeface="Consolas"/>
                <a:cs typeface="Consolas"/>
              </a:rPr>
              <a:t># LangChain 1.4.5에서 실행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F2A27E"/>
                </a:solidFill>
                <a:latin typeface="Consolas"/>
                <a:ea typeface="Consolas"/>
                <a:cs typeface="Consolas"/>
              </a:rPr>
              <a:t>ImportError: cannot import name 'ChatOpenAI'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2A27E"/>
                </a:solidFill>
                <a:latin typeface="Consolas"/>
                <a:ea typeface="Consolas"/>
                <a:cs typeface="Consolas"/>
              </a:rPr>
              <a:t>ModuleNotFoundError: No module named 'langchain.chains'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288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첫 줄부터 에러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28600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LangChain 1.0에서 패키지가 나뉘고, 옛 체인과 에이전트가 빠졌습니다.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383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더 큰 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84048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LLM은 자기 답이 틀렸다는 것을 </a:t>
            </a: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모릅니다.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925004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● 문제와 해결   만든 것   평가와 결과   배운 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원인: 버전 지체 환각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인터넷에는 옛 버전 코드가 더 많습니다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LLM은 데이터가 많은 쪽을 따라갑니다. 라이브러리는 빨리 바뀌어도, 학습 데이터 속 코드는 대부분 과거 버전입니다.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42.55%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3375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문서가 부족할 때, LLM 코드 중 목표 버전에서 실행되는 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690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When LLMs Lag Behind,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33172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66.36%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3375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구조화된 문서를 줘도 실행되는 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0690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When LLMs Lag Behind,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33172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75320" y="256032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48~51%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3375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최신 상용 모델의 버전 지정 코드 생성 성공률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690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GitChameleon 2.0,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920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→ 문서를 주는 것만으로는 부족하고, 고친 코드를 확인하는 단계가 필요합니다.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2566672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● 문제와 해결   만든 것   평가와 결과   배운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근거로 고치고, 검사로 한 번 더 확인합니다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817352" cy="3401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3108960"/>
                <a:gridCol w="597103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일반 LLM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우리 챗봇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학습 데이터 (옛 버전이 다수)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import · 메서드 대응표 + 최신 공식 문서 검색 (RAG)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확인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verifier가 LLM 없이 11가지 검사 (문법, import 존재, 남은 옛 import …)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틀렸을 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모름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실패 이유로 근거를 다시 찾고, 틀린 근거는 빼고 다시 고침 (최대 3회)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답변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코드만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고친 코드 + 바뀐 줄마다 근거 출처 · 설명 + 시도 횟수 + 설치할 패키지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버전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대부분 최신으로만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질문에 적은 버전으로 (적지 않으면 최신 1.4.5), 되돌리기 포함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3208340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● 문제와 해결   만든 것   평가와 결과   배운 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근거 데이터 · 2번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고칠 때 볼 근거를 미리 만들어 두었습니다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9,155줄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import 대응표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옛 경로 → 1.x 경로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033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42개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메서드 대응표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.run() → .invoke() 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295개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공식 문서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최신 271 · 가이드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897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11,945개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검색용 조각 (청크)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Chroma Cloud + BM25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출처 4가지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4526280"/>
          <a:ext cx="10817352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7480"/>
                <a:gridCol w="2697480"/>
                <a:gridCol w="2697480"/>
                <a:gridCol w="272491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PyPI 패키지 코드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langchain-cli 변환 규칙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최신 공식 문서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0.3.30 옛 마이그레이션 가이드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버전별 도구 목록 42개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공식 자동 변환 규칙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임베딩: text-embedding-3-small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옛 방식 → 새 방식 설명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6 · 2026-10-15 팀 저장소 기준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3850008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시스템 구조 · 1번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네 단계를 거치고, 실패하면 되돌아갑니다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질문 분류 → 코드 변환이면 아래 파이프라인 · LangChain 질문은 문서 검색으로 답 · 일반 질문은 바로 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1번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①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바꿀 부분 찾기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96896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16936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099816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2번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② retriever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대응표 정확 매칭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+ 하이브리드 검색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28032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8072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2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3번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③ rewriter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근거 ID를 붙여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코드 다시 쓰기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59168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79208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62088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담당 3번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verifier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LLM 없이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11가지 검사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90304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10344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93224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4번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224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결과 → 화면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3224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결과 패널 표시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TiDB에 대화 저장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16468" y="3749039"/>
            <a:ext cx="0" cy="594361"/>
          </a:xfrm>
          <a:prstGeom prst="line">
            <a:avLst/>
          </a:prstGeom>
          <a:ln w="19050">
            <a:solidFill>
              <a:srgbClr val="B447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854196" y="4343400"/>
            <a:ext cx="4462272" cy="0"/>
          </a:xfrm>
          <a:prstGeom prst="line">
            <a:avLst/>
          </a:prstGeom>
          <a:ln w="19050">
            <a:solidFill>
              <a:srgbClr val="B447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854196" y="3794760"/>
            <a:ext cx="0" cy="548640"/>
          </a:xfrm>
          <a:prstGeom prst="line">
            <a:avLst/>
          </a:prstGeom>
          <a:ln w="19050">
            <a:solidFill>
              <a:srgbClr val="B4471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39796" y="4434840"/>
            <a:ext cx="6291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검증 실패 → 실패 이유 + 틀린 근거 제외로 다시 검색 (최대 3회)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연결 · 재시도 · 질문 분류: 1번 (LangGraph)   ·   목표 버전: 질문에서 읽음 (기본 최신 1.4.5)   ·   모델: gpt-4o-mini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803136"/>
            <a:ext cx="4491677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검증 · 3번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verifier는 LLM 없이 11가지를 검사합니다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파이썬 문법 통과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301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근거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보여 준 근거만 썼는지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33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변경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기록 없는 변경 = 환각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165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남은 옛 import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경로가 남았는지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69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import 존재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1.x에 그 경로가 있는지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6301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남은 옛 메서드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1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.run() 같은 옛 호출 (경고)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733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안 쓰는 import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필요 없는 import가 남았나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165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반환값 보존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문자열 결과를 잃지 않았나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6968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6634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정의 안 된 이름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5148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실행하면 NameError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630168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6634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출력 꺼내기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30168" y="5148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['text'] 잘못 꺼내기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73368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6634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체인 입출력 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3368" y="5148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실제 키와 같은지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4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116568" y="4690872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오류 → 다시 시도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경고 → 결과에 표시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803136"/>
            <a:ext cx="5133345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화면 · 4번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결과와 근거를 한 화면에서 봅니다</a:t>
            </a:r>
          </a:p>
        </p:txBody>
      </p:sp>
      <p:pic>
        <p:nvPicPr>
          <p:cNvPr id="4" name="Picture 3" descr="screen_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1828800"/>
            <a:ext cx="6144768" cy="384048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183879" y="1828800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83879" y="192024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말로 부탁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231136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"0.2로 되돌려 줘" · 버전 선택 상자 없음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83879" y="2596896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83879" y="2688336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진행 과정 상세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999232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근거 · 바뀐 줄 · 검사 이유, 답 위에 남김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83879" y="3364991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83879" y="3456432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결과 패널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767328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전후 비교 · 변경 사항 · 근거 · 검사 결과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83879" y="4133087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83879" y="4224527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받기 · 다시 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535424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.py · 변경 리포트 .md · 실패 시 버튼 하나로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3879" y="4901183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83879" y="4992623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대화 맥락 ·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30352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앞 대화 기억 · TiDB 저장 · 예제 30개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5775013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대화 기록 · 4번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TiDB에 사용자와 대화를 저장합니다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840480" cy="1655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5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840480" cy="502920"/>
          </a:xfrm>
          <a:prstGeom prst="roundRect">
            <a:avLst>
              <a:gd name="adj" fmla="val 6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uuid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231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user_id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8072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07208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9125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created_at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9125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DATETIME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91256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828800"/>
            <a:ext cx="3840480" cy="2807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5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120640" y="1828800"/>
            <a:ext cx="3840480" cy="502920"/>
          </a:xfrm>
          <a:prstGeom prst="roundRect">
            <a:avLst>
              <a:gd name="adj" fmla="val 6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49240" y="19385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chat_history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231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uuid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VARCHAR(36)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4231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PK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8072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user_id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28072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807208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FK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19125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session_id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319125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191256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IDX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57530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79" y="357530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57530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95935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395935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9593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3434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created_at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43434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DATETIME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3434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IDX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26280" y="2990088"/>
            <a:ext cx="594360" cy="0"/>
          </a:xfrm>
          <a:prstGeom prst="line">
            <a:avLst/>
          </a:prstGeom>
          <a:ln w="25400">
            <a:solidFill>
              <a:srgbClr val="1F5F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480560" y="26060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 : 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1828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아이디 중복 검사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1671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가입 전 확인 + UNIQUE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743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질문 + 답 = 한 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30815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새 대화 = 새 session_id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657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목록 · 다시 열기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9959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session_id로 묶고 시간순으로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키가 없을 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49103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로컬 저장으로 넘어가고 이유 표시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6803136"/>
            <a:ext cx="6416681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실험 설계 · 4번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같은 질문 30개, 같은 조건으로 비교합니다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1.x로 올리기 30개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10가지 유형 × 3: import 경로 · 로더 · 임베딩 · LLMChain → LCEL ·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체인 조합 · RAG · 메모리 · 에이전트 · 출력 파서 · 실무 상황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5468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난이도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쉬움 7 · 중간 15 · 어려움 8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실제 사용자처럼 '요청 문장 + 옛 코드'로 구성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056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미리 확인 (36/36)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코드가 1.x에서 깨지는지, 기대 import가 되는지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+ 버전 오가기 6개 (되돌리기 · 중간 단계)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26480" y="1828800"/>
          <a:ext cx="5376671" cy="3584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/>
                <a:gridCol w="3822191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비교 대상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일반 LLM vs 우리 챗봇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양쪽 같은 gpt-4o-mini, temperature 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입력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같은 요청 문장 + 같은 코드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채점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LLM 없이 코드로, 공통 기준 8가지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최대 시도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3회 (우리 챗봇)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공통 기준 통과율 · 재시도 효과 · 자체 평가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7058349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실제 실행 · 2026-10-14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6F5F1"/>
                </a:solidFill>
                <a:latin typeface="맑은 고딕"/>
                <a:ea typeface="맑은 고딕"/>
                <a:cs typeface="맑은 고딕"/>
              </a:rPr>
              <a:t>LLMChain 코드가 3회차에 통과했습니다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2A27E"/>
                </a:solidFill>
                <a:latin typeface="맑은 고딕"/>
                <a:ea typeface="맑은 고딕"/>
                <a:cs typeface="맑은 고딕"/>
              </a:rPr>
              <a:t>변경 전 (옛 코드)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langchain.chat_models import ChatOpenAI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langchain.prompts import PromptTemplate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langchain.chains import LLMChain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llm = ChatOpenAI(temperature=0)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chain = LLMChain(llm=llm, prompt=PromptTemplate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    .from_template('{word}의 반대말은?'))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print(chain.run(word='크다'))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9672" y="19659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변경 후 (팀 그래프 결과)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28600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langchain_openai import ChatOpenAI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langchain_core.prompts import PromptTemplate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langchain_core.output_parsers import StrOutputParser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llm = ChatOpenAI(temperature=0)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chain = PromptTemplate.from_template(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    '{word}의 반대말은?') | llm | StrOutputParser()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print(chain.invoke({'word': '크다'}))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3회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검사 통과까지 시도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39312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6줄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바뀐 줄 모두 근거 ID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(imap · mmap · doc)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64224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0줄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근거 부족으로 못 바꾼 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0536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89136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2A27E"/>
                </a:solidFill>
                <a:latin typeface="맑은 고딕"/>
                <a:ea typeface="맑은 고딕"/>
                <a:cs typeface="맑은 고딕"/>
              </a:rPr>
              <a:t>약 1분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한 번 변환에 걸린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LangChain 마이그레이션 도우미 · 12 · 화면 캡처는 9장 · 같은 코드를 두 번 실행해 두 번 모두 3회차 통과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7700017" cy="54864"/>
          </a:xfrm>
          <a:prstGeom prst="rect">
            <a:avLst/>
          </a:prstGeom>
          <a:solidFill>
            <a:srgbClr val="7FB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실제 실행 · 2026-10-15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질문 하나로, 알아서 세 갈래로 답합니다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476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일반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"안녕하세요"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2.5초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94767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일반 답변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24912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8437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LangChain 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3639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"0.3 → 1.0, LLMChain은 어떻게 바뀌었어?"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437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12.5초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84378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문서를 찾아 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21024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37398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변환 · 최신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325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코드 + "최신으로 바꿔 줘"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398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16초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739896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목표 1.4.5 · 1회 만에 통과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17136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4636007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변환 · 되돌리기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861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새 코드 + "0.2에서 돌아가게"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636007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28초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36007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목표 0.2.17 · 3회 모두 실패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828800"/>
            <a:ext cx="3502152" cy="3438144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0" y="19659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화면 진행 표시 (실제 기록)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31720"/>
            <a:ext cx="31089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질문 종류: 코드 변환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① 바꿀 부분 3곳 · 목표 1.4.5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② 근거 9개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③ 5곳 고침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④ 1회차 실패 → 다시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② 근거 14개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③ 6곳 고침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④ 검사 통과 (2회차)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13 · 화면 → 최상위 그래프(supervisor) 연결 후 시험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8341686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결과 · 1.x로 올리기 30개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같은 모델인데, 57% 대 0%입니다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우리 챗봇 · 공통 기준 통과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57%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정답 import 빼고 '실행 기준'이면 87%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033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일반 LLM · 공통 기준 통과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6908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30개 중 29개가 옛 import 그대로인데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"1.x에 맞게 수정했다"고 답함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783080"/>
            <a:ext cx="665683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983480" y="1874519"/>
          <a:ext cx="6382512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14 · gpt-4o-mini · temperature 0 · LLM 없이 코드로 채점 · 2026-10-15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8983354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검증 루프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다시 고쳐서 +10%p, 실패는 숨기지 않습니다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67665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74519"/>
          <a:ext cx="64922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863840" y="1828800"/>
            <a:ext cx="3639312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863840" y="1965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1회차 → 최종 검증 통과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317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43 → 53%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0" y="3200400"/>
            <a:ext cx="3639312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0" y="3337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통과한 답의 평균 시도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033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1.2회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4572000"/>
            <a:ext cx="3639312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63840" y="4709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바뀐 줄에 근거가 붙은 비율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0749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93%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9625022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실험이 알려 준 약점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약점도 숫자로 찾았고, 고칠 곳도 정했습니다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질문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고쳐 달라면서 에러 이유도 물으면 설명만 하고 끝남 (30개 중 6개).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분류 규칙 보강 · 온도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1번 · 분류 확인 3회 모두 같음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 w="9525">
            <a:solidFill>
              <a:srgbClr val="1F5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48456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환각 · 근거 누락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실패 원인 1위 '기록 없는 변경'. 그래도 검사기가 막아 통과는 못 함.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프롬프트 강화 · 틀린 근거 제외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3번 · 1번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검사기 빈틈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['text'] 꺼내기는 평가 직후 3번이 고침 ✅. 0.x 되돌리기를 1.x 기준으로 검사하는 건 남음.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목표 버전별 도구 목록으로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3번 · 2번 (데이터는 이미 있음)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16568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옛 창고 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최신 방식 대신 langchain_classic으로 우회 3개. 실행은 되지만 지원 종료 예정.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대안 문서 함께 검색 ·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2번 · 3번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0266690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평가와 결과   ● 배운 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자체 평가 ·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자체 평가 83점, 약한 곳부터 고칩니다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817352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1920"/>
                <a:gridCol w="1371600"/>
                <a:gridCol w="5513832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영역 (팀이 정한 규칙 21가지)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점수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다음 단계 (우선순위 순)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분석 · 근거 검색 · 답변 규칙 · 안정성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98~100%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유지 (목표 달성)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질문 분류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14.0 / 15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① 고쳐 달라는 말이 있으면 코드 변환으로 분류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고쳐 쓰기 (환각 · 근거 누락)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22.3 / 25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② 없던 줄 금지 명시 · 틀린 근거는 다음 시도에서 빼기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검증 · 재시도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17.3 / 30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③ 목표 버전별 검사 · 실행 테스트 (['text'] 검사 ✅)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0749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한계: 질문마다 1회 실행 · 코드는 실행하지 않고 정적으로 확인 · 질문 30개는 팀이 직접 구축 (실사용 코드로 확장 예정)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0908358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평가와 결과   ● 배운 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FA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라이브러리가 바뀔 때마다,</a:t>
            </a:r>
          </a:p>
          <a:p>
            <a:pPr algn="l">
              <a:lnSpc>
                <a:spcPct val="110000"/>
              </a:lnSpc>
            </a:pPr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근거와 함께 확인된 코드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4297680"/>
            <a:ext cx="3429000" cy="0"/>
          </a:xfrm>
          <a:prstGeom prst="line">
            <a:avLst/>
          </a:prstGeom>
          <a:ln w="19050">
            <a:solidFill>
              <a:srgbClr val="8DB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44805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 절감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3776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에러를 하나씩 검색하는 대신, 근거가 붙은 답을 바로 확인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43400" y="4297680"/>
            <a:ext cx="3429000" cy="0"/>
          </a:xfrm>
          <a:prstGeom prst="line">
            <a:avLst/>
          </a:prstGeom>
          <a:ln w="19050">
            <a:solidFill>
              <a:srgbClr val="8DB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43400" y="44805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93776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같은 모델로 0% → 57%. 바뀐 줄의 93%에 근거, 실패하면 실패라고 알림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01000" y="4297680"/>
            <a:ext cx="3429000" cy="0"/>
          </a:xfrm>
          <a:prstGeom prst="line">
            <a:avLst/>
          </a:prstGeom>
          <a:ln w="19050">
            <a:solidFill>
              <a:srgbClr val="8DB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01000" y="44805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93776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대응표 · 문서 · 검사 기준만 바꾸면 다른 라이브러리에도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LangChain 마이그레이션 도우미 ·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A8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155002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문제와 해결   만든 것   평가와 결과   ● 배운 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6012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1번 · [이름]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그래프 · 백엔드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최상위 그래프 · 질문 분류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analyzer · 재시도 판단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해결: 노드 간 필드 · 분기 키 통일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96012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2번 · [이름]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데이터 ·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대응표 · 청킹 · Chroma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하이브리드 검색 · 목표 버전 판정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해결: 133MB 벡터 DB → Chroma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96012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3번 · [이름]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변환 · 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State · rewriter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verifier 11가지 검사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해결: 옛 근거 ID 복사 · import 오탐 차단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96012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4번 · [이름]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화면 · DB · 평가 · 발표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Streamlit 화면 · TiDB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진행 표시 · 평가 도구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974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해결: 배포 Secrets · 공정한 채점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0624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035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질문 받겠습니다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150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팀 저장소 github.com/SKNETWORKS-FAMILY-AICAMP/SKN35-3rd-4Team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배포 langchain-migration-assistant-btn5chcr8ragnwts68rmhf.streamlit.app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부록 1 · 질문 대응용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LLM + RAG 파이프라인 한 장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부록 · 자세히: docs/프로젝트_최종_보고서.md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오프라인: 근거 만들기 (2번, 1회)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5528" y="2121408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PyPI 코드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도구 목록 42개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+ CLI 규칙 2,650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514600"/>
            <a:ext cx="182880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0574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990088" y="2121408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import 대응표 9,155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메서드 대응표 42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92040" y="2514600"/>
            <a:ext cx="182880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20574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84648" y="2121408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문서 271 + 옛 가이드 24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MDX 정리 · 제목 분할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86600" y="2514600"/>
            <a:ext cx="182879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69480" y="20574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79208" y="2121408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청크 11,945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최대 4,000자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81160" y="2514600"/>
            <a:ext cx="182880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64040" y="20574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73767" y="2121408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임베딩 1536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→ Chroma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온라인: 질문 하나 (1 · 2 · 3번)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6616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95528" y="3630168"/>
            <a:ext cx="17922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classifier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migration · search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· general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54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LLM · 1번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97480" y="4114800"/>
            <a:ext cx="182880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880360" y="356616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990088" y="3630168"/>
            <a:ext cx="17922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① analyzer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· 목표 버전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바꿀 부분 (JSON)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754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LLM temp 0 · 1번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92040" y="4114800"/>
            <a:ext cx="182880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74920" y="356616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84648" y="3630168"/>
            <a:ext cx="17922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② retriever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정확 매칭 → 메서드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→ 유사 → 하이브리드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754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RRF k=60 · 상위 5 · 2번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86600" y="4114800"/>
            <a:ext cx="182879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269480" y="356616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379208" y="3630168"/>
            <a:ext cx="17922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③ rewriter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근거만 써서 다시 쓰기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줄마다 근거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754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LLM temp 0 · 구조화 · 3번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81160" y="4114800"/>
            <a:ext cx="182880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464040" y="356616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573767" y="3630168"/>
            <a:ext cx="17922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④ verifier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LLM 없이 11가지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실패 → ② (최대 3회)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4754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검사만 · 3번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21208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State 하나로 전달: old_code · analysis · target_version → evidences · shown_evidence_ids → new_code · changes(근거 ID) · unresolved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→ verify_result · attempt · exclude_ids(틀린 근거 누적) → 화면 결과 패널 · TiDB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부록 2 · 질문 대응용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파일 구조와 담당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부록 · 자세히: docs/프로젝트_최종_보고서.md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91640"/>
          <a:ext cx="10817352" cy="4279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0"/>
                <a:gridCol w="5239512"/>
                <a:gridCol w="10058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경로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하는 일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담당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src/graph/supervisor.py · migration.py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최상위 그래프(분류 → 세 갈래) · 변환 파이프라인(재시도)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1번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src/graph/nodes/ classifier · general · analyzer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질문 분류 · 일반 답 · 바꿀 부분 찾기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1번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src/rag/ docs_collect · import_map · chunking · embedding · retrieval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문서 수집 · 대응표 · 목표 버전 판정 · 청킹 · Chroma · 하이브리드 검색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2번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src/graph/nodes/ retriever · search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근거 검색 · LangChain 질문 답변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2번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src/graph/state.py · nodes/ rewriter · verifier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State · 근거를 붙여 다시 쓰기 · 11가지 검사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3번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streamlit_app.py · src/ui/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화면 · 그래프 호출 · 진행 표시 · 결과 패널 · TiDB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4번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eval/ · tools/bot_check.py · docs/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평가 질문 · 실행 · 채점 · 화면 점검 · 보고서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4번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data/raw · data/processed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도구 목록 42 · 문서 · 대응표 9,155 · 청크 11,945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2번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부록 3 · 질문 대응용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역할별로 막혔던 것과 푼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부록 · 자세히: docs/프로젝트_최종_보고서.md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596896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1번 · 그래프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2402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analyzer 출력 필드 불일치 → 다음 단계 필드에 맞춤 (PR #7)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분기 키 불일치 → general · search · migration 통일 (PR #14)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LLM이 코드펜스로 감쌈 → 후처리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목표 버전 해석 불가 → 최신 1.4.5로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691640"/>
            <a:ext cx="2596896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02736" y="1828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2번 · 데이터 ·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736" y="2286000"/>
            <a:ext cx="22402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133MB 로컬 DB → Chroma Cloud (PR #10)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re-export · pydantic_v1 경로 → 정의부 추적 · 모듈 매핑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같은 메서드 이름 여러 클래스 → 질의 단서로 순위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다운그레이드 파트너 패키지 → 판정 수정 (PR #13)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691640"/>
            <a:ext cx="2596896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36792" y="1828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3번 · 변환 ·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286000"/>
            <a:ext cx="22402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근거 ID 복사 → 보여 준 근거만 인정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venv에서 정상 경로도 import 실패 → 정적 심볼 검사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검증 통과 후 실행 실패 → 9 · 10 · 11번 검사 추가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구조화 출력 누락 → 재시도 · rewrite_failed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1691640"/>
            <a:ext cx="2596896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70848" y="1828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4번 · 화면 · 평가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2286000"/>
            <a:ext cx="22402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app.py 충돌 → streamlit_app.py 분리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배포 키 오류 → Secrets 먼저 읽기 · 성공만 캐시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1분 대기 → 진행 단계 실시간 표시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공정한 비교 → LLM 없는 공통 채점 8항목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